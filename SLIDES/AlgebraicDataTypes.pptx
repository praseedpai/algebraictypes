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1" r:id="rId9"/>
    <p:sldId id="262" r:id="rId10"/>
    <p:sldId id="263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2F5F-6354-F824-0B05-EAA43D663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CD7775-19F1-D34B-D0AA-BE32A696D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02760-8FE3-7BA9-B625-ADCC7003F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D9DB5-E572-621A-1FB0-77580491F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74085-ED53-2D93-B2E4-0F7AAA2B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014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D80B-232A-AE46-3E63-000B33291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470FB-193A-B91B-F955-DA5ED73D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F7B50-1F91-FD54-F5E5-97BEF0D65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3795E-52F2-1F7A-0456-E7517A78B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0D8E8-DC5F-7BF6-FF24-D4B1BFDE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07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97F35-AAC7-212C-6A2B-D59A5A79F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E0B29-D870-34D5-3743-6E6F25058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3C55-6CDA-FBD5-B1C9-FF8084394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E5B44-3AB4-054A-8DFF-1B5A4BAE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EA8D2-A5B8-8AFC-5DE8-EAB40238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96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65CFC-4466-0947-8B19-C71E0093F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EEED-3E75-AE2E-7425-4D89F7B79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833C2-65E2-6AB2-B618-10B51F703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54C19-3D7C-A6B5-8ED0-11AF01A47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6BAAC-FF58-DA4E-50A7-4DD169D21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96F2F-CE1D-C1EF-DA1C-EDF51642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025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9733E-8794-CEA1-D5C7-9A4D7DF5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92024-B3F6-9E75-7E49-871369219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CEB07-25C2-4D9D-7D4B-2AF7FAB59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91DD6D-434C-8597-3CA5-D18EEAC26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B12A4A-A901-52D0-A6A0-1573CC244F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ADE9E1-15E3-CCEE-E221-1303B36F8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7818F8-2732-CC84-867E-09D8E5D24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71289-88D4-2079-9C83-4A9154523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62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A1DFA-806C-C9FC-02B1-E0C05A3B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BFFA4-DFEE-3750-89D0-BFCF1A8C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23E6A-2D4E-06B3-D432-B10935B5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BC69B-1D24-6818-4952-3FF9D99E3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02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2CC1-DD16-02FD-180C-23DCE74F4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A91418-A670-634E-B239-FDEAB4C42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EF40B-74D6-9C1D-9FD8-E74A6034B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598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862B3-FE75-348A-126C-8CC2D57AE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5C338-16A3-5448-FDA9-21547A3FF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700B9-87D1-B10E-58B6-8A88BCD92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C1F88-EA13-5C77-8556-416EECF9D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6069F-CD1D-1B8C-C8CD-488133768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13F14-FEA3-911C-A03C-9F32E4E2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852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321B-FC6C-E893-803B-954C55F9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1ABE7A-509D-461F-37AE-3FBEAF74D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A2A7A-D0C7-7B33-8ABA-4E500DFAE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D931C-4467-EAA3-4FAA-15D745AD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07C5B-C4DD-E2B5-A7B8-DB9D032E9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AF717-1027-A298-60D6-966E9635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888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F9806-B704-A4CB-311A-1B14973A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0EA39-E205-0C76-DBCB-DCDBA67AE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E3D90-F707-1D76-7990-91B541F2B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B015B-EA56-7720-A170-103BCA54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293FA-EA89-91B2-C7FC-7DF042AF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406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919632-6599-9AE6-4860-CB4BD31AF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B9FD9A-C499-830B-1F64-27131C57A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0BC6F-FC77-8A7D-516C-938B23305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7A6AD-A857-328D-7969-FCAEE3355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0089A-587B-7A58-6185-FF361754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900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648999-BCF2-67DC-15CD-692168702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30EFD-4CDE-43A9-3570-BF88F322B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7E52D-82B0-3D80-63BA-7AB3F99CED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336DA-698F-4196-909D-253299F27085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E05C4-078E-B757-585B-C80EBD341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5511D-47B1-4C1D-D799-2CE248ABB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91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91A73-1888-0266-D104-9C885E10F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Algebraic data types, Data Oriented Programming and Pattern Matching in C#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F6E9B-92AF-C27D-785C-6C171D8736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Praseed Pai K.T.</a:t>
            </a:r>
          </a:p>
        </p:txBody>
      </p:sp>
    </p:spTree>
    <p:extLst>
      <p:ext uri="{BB962C8B-B14F-4D97-AF65-F5344CB8AC3E}">
        <p14:creationId xmlns:p14="http://schemas.microsoft.com/office/powerpoint/2010/main" val="155532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3964-5680-15ED-C94A-28DC6FA8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Algebraic Data Types (Some theory!)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01098-2139-D4E3-4AF7-4775BC70D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Product Types ( aka Records )</a:t>
            </a:r>
          </a:p>
          <a:p>
            <a:r>
              <a:rPr lang="en-IN" dirty="0"/>
              <a:t>Sum Types ( aka Union types )</a:t>
            </a:r>
          </a:p>
          <a:p>
            <a:r>
              <a:rPr lang="en-IN" dirty="0"/>
              <a:t>Exponential Types ( aka Function Types )</a:t>
            </a:r>
          </a:p>
          <a:p>
            <a:r>
              <a:rPr lang="en-IN" dirty="0" err="1"/>
              <a:t>Adhoc</a:t>
            </a:r>
            <a:r>
              <a:rPr lang="en-IN" dirty="0"/>
              <a:t> Polymorphism using </a:t>
            </a:r>
            <a:r>
              <a:rPr lang="en-IN" dirty="0" err="1"/>
              <a:t>Sum,Product,Exponential</a:t>
            </a:r>
            <a:r>
              <a:rPr lang="en-IN" dirty="0"/>
              <a:t> Types</a:t>
            </a:r>
          </a:p>
          <a:p>
            <a:r>
              <a:rPr lang="en-IN" dirty="0"/>
              <a:t>Data Oriented Programming</a:t>
            </a:r>
          </a:p>
          <a:p>
            <a:r>
              <a:rPr lang="en-IN" dirty="0"/>
              <a:t>Switch Expressions</a:t>
            </a:r>
          </a:p>
          <a:p>
            <a:r>
              <a:rPr lang="en-IN" dirty="0"/>
              <a:t>Pattern Matching</a:t>
            </a:r>
          </a:p>
        </p:txBody>
      </p:sp>
    </p:spTree>
    <p:extLst>
      <p:ext uri="{BB962C8B-B14F-4D97-AF65-F5344CB8AC3E}">
        <p14:creationId xmlns:p14="http://schemas.microsoft.com/office/powerpoint/2010/main" val="2202855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B918-1E49-7BD1-E067-4B571CAA0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 Types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4A505B-D0E8-B3E1-5689-D734CA163E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465216"/>
            <a:ext cx="10515599" cy="507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 a value that can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of several types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in functional languages like F#, Rust, and Haskell.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C# 10, you emulate this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 records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 matching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4000" dirty="0"/>
              <a:t>public abstract record Expr;</a:t>
            </a:r>
          </a:p>
          <a:p>
            <a:pPr marL="0" indent="0">
              <a:buNone/>
            </a:pPr>
            <a:r>
              <a:rPr lang="en-US" sz="4000" dirty="0"/>
              <a:t>public record Constant(double Value) : Expr;</a:t>
            </a:r>
          </a:p>
          <a:p>
            <a:pPr marL="0" indent="0">
              <a:buNone/>
            </a:pPr>
            <a:r>
              <a:rPr lang="en-US" sz="4000" dirty="0"/>
              <a:t>public record Add(Expr Left, Expr Right) : Expr;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Evaluated using </a:t>
            </a:r>
            <a:r>
              <a:rPr lang="en-US" b="1" dirty="0"/>
              <a:t>switch expressions</a:t>
            </a:r>
            <a:r>
              <a:rPr lang="en-US" dirty="0"/>
              <a:t> and </a:t>
            </a:r>
            <a:r>
              <a:rPr lang="en-US" b="1" dirty="0"/>
              <a:t>type patterns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500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8445-F9F3-943F-821B-350E41BC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36E1A-6A6B-7D74-E1E1-70119483D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 a value that combines multiple fields.</a:t>
            </a:r>
          </a:p>
          <a:p>
            <a:r>
              <a:rPr lang="en-US" dirty="0"/>
              <a:t>like a tuple or struct — each instance holds multiple values.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4400" dirty="0"/>
              <a:t>public record Person(string Name, int Age);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4687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43D08-F214-2BDD-E9AF-FA46932A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Exponential Types (aka Function Types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5DB1B-43ED-01BB-E4A7-15FBDD040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Represent a mapping from one type to another: A → B.</a:t>
            </a:r>
          </a:p>
          <a:p>
            <a:pPr marL="0" indent="0">
              <a:buNone/>
            </a:pPr>
            <a:r>
              <a:rPr lang="en-US" dirty="0"/>
              <a:t>In category theory, this is analogous to exponentiation: B^A.</a:t>
            </a:r>
          </a:p>
          <a:p>
            <a:pPr marL="0" indent="0">
              <a:buNone/>
            </a:pPr>
            <a:r>
              <a:rPr lang="en-US" dirty="0"/>
              <a:t>In C#, this is expressed via delegates or lambdas: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Func&lt;int, string&gt; describe = age =&gt; $"Age: {age}";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3511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7B03-510B-8117-8FF5-9CCCF0649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these are combined together?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F1A5C-9608-C289-5771-A7D06F747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C# 10 brings these concepts closer to functional programming:</a:t>
            </a:r>
          </a:p>
          <a:p>
            <a:r>
              <a:rPr lang="en-IN" dirty="0"/>
              <a:t>Sum types via abstract records + pattern matching</a:t>
            </a:r>
          </a:p>
          <a:p>
            <a:r>
              <a:rPr lang="en-IN" dirty="0"/>
              <a:t>Product types via concise record syntax</a:t>
            </a:r>
          </a:p>
          <a:p>
            <a:r>
              <a:rPr lang="en-IN" dirty="0"/>
              <a:t>Exponential types via lambdas, delegates, and Func&lt;&gt;</a:t>
            </a:r>
          </a:p>
          <a:p>
            <a:r>
              <a:rPr lang="en-IN" dirty="0"/>
              <a:t>Switch expressions unify control flow with pattern matching</a:t>
            </a:r>
          </a:p>
        </p:txBody>
      </p:sp>
    </p:spTree>
    <p:extLst>
      <p:ext uri="{BB962C8B-B14F-4D97-AF65-F5344CB8AC3E}">
        <p14:creationId xmlns:p14="http://schemas.microsoft.com/office/powerpoint/2010/main" val="255193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C6DCA-A6C1-A05B-277A-60AC753B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about .NET 9 and before?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1FD6C-D9B4-BCCC-CCE1-F8469919B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Sum Types can be implemented using </a:t>
            </a:r>
            <a:r>
              <a:rPr lang="en-IN" dirty="0" err="1"/>
              <a:t>OneOf</a:t>
            </a:r>
            <a:r>
              <a:rPr lang="en-IN" dirty="0"/>
              <a:t> library</a:t>
            </a:r>
          </a:p>
          <a:p>
            <a:pPr marL="0" indent="0">
              <a:buNone/>
            </a:pPr>
            <a:r>
              <a:rPr lang="en-IN" dirty="0"/>
              <a:t>/////////////////////////////////////</a:t>
            </a:r>
          </a:p>
          <a:p>
            <a:pPr marL="0" indent="0">
              <a:buNone/>
            </a:pPr>
            <a:r>
              <a:rPr lang="en-IN" dirty="0"/>
              <a:t>//</a:t>
            </a:r>
          </a:p>
          <a:p>
            <a:pPr marL="0" indent="0">
              <a:buNone/>
            </a:pPr>
            <a:r>
              <a:rPr lang="en-IN" dirty="0"/>
              <a:t>// A Simple Shape Hierarchy</a:t>
            </a:r>
          </a:p>
          <a:p>
            <a:pPr marL="0" indent="0">
              <a:buNone/>
            </a:pPr>
            <a:r>
              <a:rPr lang="en-IN" dirty="0"/>
              <a:t>public record Circle(double rad);</a:t>
            </a:r>
          </a:p>
          <a:p>
            <a:pPr marL="0" indent="0">
              <a:buNone/>
            </a:pPr>
            <a:r>
              <a:rPr lang="en-IN" dirty="0"/>
              <a:t>public record Rectangle(double l , double b );</a:t>
            </a:r>
          </a:p>
          <a:p>
            <a:pPr marL="0" indent="0">
              <a:buNone/>
            </a:pPr>
            <a:r>
              <a:rPr lang="en-IN" dirty="0"/>
              <a:t>public record Triangle(double b , double h ); </a:t>
            </a:r>
          </a:p>
          <a:p>
            <a:pPr marL="0" indent="0">
              <a:buNone/>
            </a:pPr>
            <a:r>
              <a:rPr lang="en-IN" dirty="0"/>
              <a:t>public class Shape : </a:t>
            </a:r>
            <a:r>
              <a:rPr lang="en-IN" dirty="0" err="1"/>
              <a:t>OneOfBase</a:t>
            </a:r>
            <a:r>
              <a:rPr lang="en-IN" dirty="0"/>
              <a:t>&lt;</a:t>
            </a:r>
            <a:r>
              <a:rPr lang="en-IN" dirty="0" err="1"/>
              <a:t>Circle,Rectangle,Triangle</a:t>
            </a:r>
            <a:r>
              <a:rPr lang="en-IN" dirty="0"/>
              <a:t>&gt; {</a:t>
            </a:r>
          </a:p>
          <a:p>
            <a:pPr marL="0" indent="0">
              <a:buNone/>
            </a:pPr>
            <a:r>
              <a:rPr lang="en-IN" dirty="0"/>
              <a:t>	public Shape( </a:t>
            </a:r>
            <a:r>
              <a:rPr lang="en-IN" dirty="0" err="1"/>
              <a:t>OneOf</a:t>
            </a:r>
            <a:r>
              <a:rPr lang="en-IN" dirty="0"/>
              <a:t>&lt;</a:t>
            </a:r>
            <a:r>
              <a:rPr lang="en-IN" dirty="0" err="1"/>
              <a:t>Circle,Rectangle,Triangle</a:t>
            </a:r>
            <a:r>
              <a:rPr lang="en-IN" dirty="0"/>
              <a:t>&gt; </a:t>
            </a:r>
            <a:r>
              <a:rPr lang="en-IN" dirty="0" err="1"/>
              <a:t>inp</a:t>
            </a:r>
            <a:r>
              <a:rPr lang="en-IN" dirty="0"/>
              <a:t> ) : base(</a:t>
            </a:r>
            <a:r>
              <a:rPr lang="en-IN" dirty="0" err="1"/>
              <a:t>inp</a:t>
            </a:r>
            <a:r>
              <a:rPr lang="en-IN" dirty="0"/>
              <a:t>){}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2819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22FA-D11B-928A-59F8-3250B4879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Goodbye Composite/Visitor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33395-5C46-F76E-37C8-3737C6A2E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Algebraic data types help you to model Types</a:t>
            </a:r>
          </a:p>
          <a:p>
            <a:r>
              <a:rPr lang="en-IN" dirty="0"/>
              <a:t>Processing is done through Recursive function, Functional switch </a:t>
            </a:r>
          </a:p>
          <a:p>
            <a:r>
              <a:rPr lang="en-IN" dirty="0"/>
              <a:t>No complicated </a:t>
            </a:r>
            <a:r>
              <a:rPr lang="en-IN" dirty="0" err="1"/>
              <a:t>manouever</a:t>
            </a:r>
            <a:r>
              <a:rPr lang="en-IN" dirty="0"/>
              <a:t> like Double Dispatch etc</a:t>
            </a:r>
          </a:p>
          <a:p>
            <a:r>
              <a:rPr lang="en-IN" dirty="0"/>
              <a:t>Enables </a:t>
            </a:r>
            <a:r>
              <a:rPr lang="en-IN" dirty="0" err="1"/>
              <a:t>Adhoc</a:t>
            </a:r>
            <a:r>
              <a:rPr lang="en-IN" dirty="0"/>
              <a:t> polymorphism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737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E2626-45E1-4E8A-02AC-E20A0FA22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Composite/Visitor version of Evaluator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1DD183-6E0C-6B56-588F-3BA2B3722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2252"/>
            <a:ext cx="10515600" cy="413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3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2DDF-B927-56A1-FD91-0E5DF3B2B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Algebraic data type version of Evaluator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5DA31C-A706-D18C-3B73-4476E5DFC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6415"/>
            <a:ext cx="10126287" cy="425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508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D780-5BA1-E3B5-CDDB-9EDEE03ED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Four Principles of Data Oriented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4C69E-A70B-F890-D85D-E5E297E21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Separate Code from Data</a:t>
            </a:r>
          </a:p>
          <a:p>
            <a:r>
              <a:rPr lang="en-IN" dirty="0"/>
              <a:t>Represent Data Types with Generic structures (</a:t>
            </a:r>
            <a:r>
              <a:rPr lang="en-IN" dirty="0" err="1"/>
              <a:t>Records,Unions,List,Tuple</a:t>
            </a:r>
            <a:r>
              <a:rPr lang="en-IN" dirty="0"/>
              <a:t>)</a:t>
            </a:r>
          </a:p>
          <a:p>
            <a:r>
              <a:rPr lang="en-IN" dirty="0"/>
              <a:t>Use data validation as a Separate Concern</a:t>
            </a:r>
          </a:p>
          <a:p>
            <a:r>
              <a:rPr lang="en-IN" dirty="0"/>
              <a:t>Model state with Immutable Data </a:t>
            </a:r>
          </a:p>
        </p:txBody>
      </p:sp>
    </p:spTree>
    <p:extLst>
      <p:ext uri="{BB962C8B-B14F-4D97-AF65-F5344CB8AC3E}">
        <p14:creationId xmlns:p14="http://schemas.microsoft.com/office/powerpoint/2010/main" val="2946679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464C-12C3-0FFB-9E2E-676C82B77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4F05F-E576-D7BA-F7B1-A22B37048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any!</a:t>
            </a:r>
          </a:p>
        </p:txBody>
      </p:sp>
    </p:spTree>
    <p:extLst>
      <p:ext uri="{BB962C8B-B14F-4D97-AF65-F5344CB8AC3E}">
        <p14:creationId xmlns:p14="http://schemas.microsoft.com/office/powerpoint/2010/main" val="1896400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448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Algebraic data types, Data Oriented Programming and Pattern Matching in C#</vt:lpstr>
      <vt:lpstr>Algebraic Data Types (Some theory!)</vt:lpstr>
      <vt:lpstr>Sum Types</vt:lpstr>
      <vt:lpstr>Product Types</vt:lpstr>
      <vt:lpstr>Exponential Types (aka Function Types )</vt:lpstr>
      <vt:lpstr>How these are combined together?</vt:lpstr>
      <vt:lpstr>What about .NET 9 and before?</vt:lpstr>
      <vt:lpstr>Goodbye Composite/Visitor</vt:lpstr>
      <vt:lpstr>Composite/Visitor version of Evaluator</vt:lpstr>
      <vt:lpstr>Algebraic data type version of Evaluator</vt:lpstr>
      <vt:lpstr>Four Principles of Data Oriented Programming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Praseed Thrivikrama</dc:creator>
  <cp:lastModifiedBy>Praseed Thrivikrama</cp:lastModifiedBy>
  <cp:revision>3</cp:revision>
  <dcterms:created xsi:type="dcterms:W3CDTF">2025-11-15T01:01:02Z</dcterms:created>
  <dcterms:modified xsi:type="dcterms:W3CDTF">2025-11-15T01:34:03Z</dcterms:modified>
</cp:coreProperties>
</file>